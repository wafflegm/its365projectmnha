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035b3642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035b3642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035b364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035b364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035b3642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035b3642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035b3642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035b3642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035b3642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035b3642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035b3642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035b3642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035b3642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035b3642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35b3642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035b3642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365 Project: Phase 2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Marcus Nunez &amp; Hakeem Atanda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 &amp; Differences to Phase 1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169077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Phase 2 was to </a:t>
            </a:r>
            <a:r>
              <a:rPr b="1" lang="en"/>
              <a:t>improve upon the results</a:t>
            </a:r>
            <a:r>
              <a:rPr lang="en"/>
              <a:t> of Phase 1’s analysis of the CIFAR-10 image dataset by </a:t>
            </a:r>
            <a:r>
              <a:rPr b="1" lang="en"/>
              <a:t>applying and tweaking aspects of transfer learning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previous custom CNN model trained only on the provided dataset was replaced by a </a:t>
            </a:r>
            <a:r>
              <a:rPr b="1" lang="en"/>
              <a:t>pre-trained ResNet18</a:t>
            </a:r>
            <a:r>
              <a:rPr lang="en"/>
              <a:t>, chosen due to instructor suggestion and reputation as a well-supported transfer learning model.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120446"/>
            <a:ext cx="85206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updated model </a:t>
            </a:r>
            <a:r>
              <a:rPr b="1" lang="en"/>
              <a:t>utilizes the same dataset import process</a:t>
            </a:r>
            <a:r>
              <a:rPr lang="en"/>
              <a:t> as in Phase 1, extracting the source file with ‘zipfile’, instead being </a:t>
            </a:r>
            <a:r>
              <a:rPr b="1" lang="en"/>
              <a:t>resized exclusively to 224x224 </a:t>
            </a:r>
            <a:r>
              <a:rPr lang="en"/>
              <a:t>to match the required input of ResNet18.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the same reasoning for the </a:t>
            </a:r>
            <a:r>
              <a:rPr b="1" lang="en"/>
              <a:t>replacement of manual to ImageNet normalization </a:t>
            </a:r>
            <a:r>
              <a:rPr lang="en"/>
              <a:t>and the classification formula to </a:t>
            </a:r>
            <a:r>
              <a:rPr b="1" lang="en"/>
              <a:t>reduce ImageNet to CIFAR-10’s 10 classes</a:t>
            </a:r>
            <a:r>
              <a:rPr lang="en"/>
              <a:t>.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0" y="3362313"/>
            <a:ext cx="84486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- Layer Freezing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3306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b="1" lang="en"/>
              <a:t>freezing of pre-trained layers </a:t>
            </a:r>
            <a:r>
              <a:rPr lang="en"/>
              <a:t>was done due to now </a:t>
            </a:r>
            <a:r>
              <a:rPr b="1" lang="en"/>
              <a:t>only needing to train on CIFAR-10 contents </a:t>
            </a:r>
            <a:r>
              <a:rPr lang="en"/>
              <a:t>specifically, greatly improving speeds. This gained speed was unfortunately lost following the </a:t>
            </a:r>
            <a:r>
              <a:rPr b="1" lang="en"/>
              <a:t>addition of another separated pipeline</a:t>
            </a:r>
            <a:r>
              <a:rPr lang="en"/>
              <a:t>, giving training and evaluation </a:t>
            </a:r>
            <a:r>
              <a:rPr b="1" lang="en"/>
              <a:t>exclusive transforms </a:t>
            </a:r>
            <a:r>
              <a:rPr lang="en"/>
              <a:t>for improved generalization.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8197" y="1154475"/>
            <a:ext cx="5394475" cy="34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(Continued)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3399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final model selection was also tweaked to include a </a:t>
            </a:r>
            <a:r>
              <a:rPr b="1" lang="en"/>
              <a:t>comparison of validation loss </a:t>
            </a:r>
            <a:r>
              <a:rPr lang="en"/>
              <a:t>to base further training off of. Together, these modifications (and mostly thanks to work handled by the pre-trained model) allowed for a massive reduction of </a:t>
            </a:r>
            <a:r>
              <a:rPr b="1" lang="en"/>
              <a:t>50 to 10 epochs </a:t>
            </a:r>
            <a:r>
              <a:rPr lang="en"/>
              <a:t>with much more favorable results.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000" y="410000"/>
            <a:ext cx="5210349" cy="454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Score &amp; Accuracy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transfer learning model shows substantial improvement over its derivative, though boasting around </a:t>
            </a:r>
            <a:r>
              <a:rPr b="1" lang="en"/>
              <a:t>the same speed</a:t>
            </a:r>
            <a:r>
              <a:rPr lang="en"/>
              <a:t>. Phase 1’s model previously achieved an F1 score and accuracy of ~72, whereas the updated model climbed to an </a:t>
            </a:r>
            <a:r>
              <a:rPr b="1" lang="en"/>
              <a:t>F1 score of ~84 </a:t>
            </a:r>
            <a:r>
              <a:rPr lang="en"/>
              <a:t>and an </a:t>
            </a:r>
            <a:r>
              <a:rPr b="1" lang="en"/>
              <a:t>accuracy of ~84%</a:t>
            </a:r>
            <a:r>
              <a:rPr lang="en"/>
              <a:t> (~87 was observed, but evidence could not be reproduced timely).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39835" l="0" r="0" t="0"/>
          <a:stretch/>
        </p:blipFill>
        <p:spPr>
          <a:xfrm>
            <a:off x="4462564" y="648580"/>
            <a:ext cx="4572000" cy="325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053434" y="324883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Loss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Phase 1								Phase 2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173" y="1294750"/>
            <a:ext cx="4500807" cy="359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94786"/>
            <a:ext cx="4572000" cy="3599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229875"/>
            <a:ext cx="318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 for the classification report, previous confusion in classes such as between </a:t>
            </a:r>
            <a:r>
              <a:rPr b="1" lang="en"/>
              <a:t>cats and dogs still persists</a:t>
            </a:r>
            <a:r>
              <a:rPr lang="en"/>
              <a:t>, with the new contender of </a:t>
            </a:r>
            <a:r>
              <a:rPr b="1" lang="en"/>
              <a:t>deer and horses</a:t>
            </a:r>
            <a:r>
              <a:rPr lang="en"/>
              <a:t> applying to the improved model.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332" y="246079"/>
            <a:ext cx="5427999" cy="465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this </a:t>
            </a:r>
            <a:r>
              <a:rPr b="1" lang="en"/>
              <a:t>meaningful increase from Phase 1</a:t>
            </a:r>
            <a:r>
              <a:rPr lang="en"/>
              <a:t> and demonstrates how proper implementation of pre-trained models, which have been understood and perfected over a longer period of time, can produce </a:t>
            </a:r>
            <a:r>
              <a:rPr b="1" lang="en"/>
              <a:t>far greater results in lesser time</a:t>
            </a:r>
            <a:r>
              <a:rPr lang="en"/>
              <a:t>, making it a valuable tool in machine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While some mistakes such as class confusion may still occur, much of the heavy lifting is taken care of from the start, </a:t>
            </a:r>
            <a:r>
              <a:rPr b="1" lang="en"/>
              <a:t>allowing developers to focus on manual configuration </a:t>
            </a:r>
            <a:r>
              <a:rPr lang="en"/>
              <a:t>to fix such matters.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