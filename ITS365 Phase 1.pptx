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Maven Pro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bold.fntdata"/><Relationship Id="rId6" Type="http://schemas.openxmlformats.org/officeDocument/2006/relationships/slide" Target="slides/slide1.xml"/><Relationship Id="rId18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0356329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0356329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03563291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03563291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03563291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e03563291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03563291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03563291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03563291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03563291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03563291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03563291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03563291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03563291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ITS 365 Project: Phase 1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Marcus Nunez &amp; Hakeem Atanda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 &amp; Input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345593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The goal of this project is to </a:t>
            </a:r>
            <a:r>
              <a:rPr b="1" lang="en" sz="1600"/>
              <a:t>analyze and classify the CIFAR dataset</a:t>
            </a:r>
            <a:r>
              <a:rPr lang="en" sz="1600"/>
              <a:t>. This dataset was </a:t>
            </a:r>
            <a:r>
              <a:rPr b="1" lang="en" sz="1600"/>
              <a:t>imported and extracted via ‘zipfile’</a:t>
            </a:r>
            <a:r>
              <a:rPr lang="en" sz="1600"/>
              <a:t>, before being </a:t>
            </a:r>
            <a:r>
              <a:rPr b="1" lang="en" sz="1600"/>
              <a:t>split between training and verification</a:t>
            </a:r>
            <a:r>
              <a:rPr lang="en" sz="1600"/>
              <a:t>.</a:t>
            </a:r>
            <a:endParaRPr sz="1600"/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34" y="2497575"/>
            <a:ext cx="8824400" cy="23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3051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Classification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077725" y="1480800"/>
            <a:ext cx="3107700" cy="3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This model is heavily based on my previous SmileCNN, which classified whether images contained a smile or not. This utilizes a </a:t>
            </a:r>
            <a:r>
              <a:rPr b="1" lang="en" sz="1600"/>
              <a:t>3-layer CNN</a:t>
            </a:r>
            <a:r>
              <a:rPr lang="en" sz="1600"/>
              <a:t> at </a:t>
            </a:r>
            <a:r>
              <a:rPr b="1" lang="en" sz="1600"/>
              <a:t>80% training and 20% validation</a:t>
            </a:r>
            <a:r>
              <a:rPr lang="en" sz="1600"/>
              <a:t>.</a:t>
            </a:r>
            <a:r>
              <a:rPr lang="en" sz="1600"/>
              <a:t> Before application, data is ran through filters of various image sizes (32, 64,128), as well as ReLU and training dropout checks.</a:t>
            </a:r>
            <a:endParaRPr sz="1600"/>
          </a:p>
        </p:txBody>
      </p:sp>
      <p:pic>
        <p:nvPicPr>
          <p:cNvPr id="292" name="Google Shape;292;p15"/>
          <p:cNvPicPr preferRelativeResize="0"/>
          <p:nvPr/>
        </p:nvPicPr>
        <p:blipFill rotWithShape="1">
          <a:blip r:embed="rId3">
            <a:alphaModFix/>
          </a:blip>
          <a:srcRect b="14828" l="0" r="0" t="0"/>
          <a:stretch/>
        </p:blipFill>
        <p:spPr>
          <a:xfrm>
            <a:off x="4355550" y="447457"/>
            <a:ext cx="4643450" cy="45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Method</a:t>
            </a:r>
            <a:endParaRPr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1162875" y="1334875"/>
            <a:ext cx="298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This model trains with </a:t>
            </a:r>
            <a:r>
              <a:rPr b="1" lang="en" sz="1600"/>
              <a:t>50 epochs</a:t>
            </a:r>
            <a:r>
              <a:rPr lang="en" sz="1600"/>
              <a:t>, attempting to lower the loss, </a:t>
            </a:r>
            <a:r>
              <a:rPr b="1" lang="en" sz="1600"/>
              <a:t>each training loop ending when it it detects loss variation</a:t>
            </a:r>
            <a:r>
              <a:rPr lang="en" sz="1600"/>
              <a:t> is less than previously.</a:t>
            </a:r>
            <a:endParaRPr sz="1600"/>
          </a:p>
        </p:txBody>
      </p:sp>
      <p:pic>
        <p:nvPicPr>
          <p:cNvPr id="299" name="Google Shape;2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400" y="471550"/>
            <a:ext cx="4681450" cy="392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494125" y="1452050"/>
            <a:ext cx="338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Utilizing CoLab’s T4 GPU, this model was able to process in </a:t>
            </a:r>
            <a:r>
              <a:rPr b="1" lang="en" sz="1600"/>
              <a:t>~40 minutes</a:t>
            </a:r>
            <a:r>
              <a:rPr lang="en" sz="1600"/>
              <a:t>, yielding favorable results. According to the graph generated through matplotlib, </a:t>
            </a:r>
            <a:r>
              <a:rPr b="1" lang="en" sz="1600"/>
              <a:t>training was relatively effective throughout </a:t>
            </a:r>
            <a:r>
              <a:rPr lang="en" sz="1600"/>
              <a:t>the training, loss correction gradually receding, but maintaining effectiveness.</a:t>
            </a:r>
            <a:endParaRPr sz="1600"/>
          </a:p>
        </p:txBody>
      </p:sp>
      <p:pic>
        <p:nvPicPr>
          <p:cNvPr id="306" name="Google Shape;3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8400" y="950188"/>
            <a:ext cx="485389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 Score</a:t>
            </a:r>
            <a:endParaRPr/>
          </a:p>
        </p:txBody>
      </p:sp>
      <p:sp>
        <p:nvSpPr>
          <p:cNvPr id="312" name="Google Shape;312;p18"/>
          <p:cNvSpPr txBox="1"/>
          <p:nvPr>
            <p:ph idx="1" type="body"/>
          </p:nvPr>
        </p:nvSpPr>
        <p:spPr>
          <a:xfrm>
            <a:off x="311700" y="1152475"/>
            <a:ext cx="8832300" cy="1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Classification and predictions both performed relatively the same, both achieving an </a:t>
            </a:r>
            <a:r>
              <a:rPr b="1" lang="en" sz="1600"/>
              <a:t>F1 score of ~0.72</a:t>
            </a:r>
            <a:r>
              <a:rPr lang="en" sz="1600"/>
              <a:t> and an </a:t>
            </a:r>
            <a:r>
              <a:rPr b="1" lang="en" sz="1600"/>
              <a:t>accuracy of 72%</a:t>
            </a:r>
            <a:r>
              <a:rPr lang="en" sz="1600"/>
              <a:t>.</a:t>
            </a:r>
            <a:endParaRPr sz="1600"/>
          </a:p>
        </p:txBody>
      </p:sp>
      <p:pic>
        <p:nvPicPr>
          <p:cNvPr id="313" name="Google Shape;313;p18"/>
          <p:cNvPicPr preferRelativeResize="0"/>
          <p:nvPr/>
        </p:nvPicPr>
        <p:blipFill rotWithShape="1">
          <a:blip r:embed="rId3">
            <a:alphaModFix/>
          </a:blip>
          <a:srcRect b="40163" l="0" r="0" t="0"/>
          <a:stretch/>
        </p:blipFill>
        <p:spPr>
          <a:xfrm>
            <a:off x="0" y="2095375"/>
            <a:ext cx="4429859" cy="30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8"/>
          <p:cNvPicPr preferRelativeResize="0"/>
          <p:nvPr/>
        </p:nvPicPr>
        <p:blipFill rotWithShape="1">
          <a:blip r:embed="rId4">
            <a:alphaModFix/>
          </a:blip>
          <a:srcRect b="40737" l="0" r="0" t="0"/>
          <a:stretch/>
        </p:blipFill>
        <p:spPr>
          <a:xfrm>
            <a:off x="4497950" y="2095375"/>
            <a:ext cx="4646050" cy="3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</a:t>
            </a:r>
            <a:endParaRPr/>
          </a:p>
        </p:txBody>
      </p:sp>
      <p:sp>
        <p:nvSpPr>
          <p:cNvPr id="320" name="Google Shape;320;p19"/>
          <p:cNvSpPr txBox="1"/>
          <p:nvPr>
            <p:ph idx="1" type="body"/>
          </p:nvPr>
        </p:nvSpPr>
        <p:spPr>
          <a:xfrm>
            <a:off x="311700" y="1152475"/>
            <a:ext cx="3642600" cy="3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However, each model seems to struggle with different categories, indicating that the model has a lot of cases of overlapping classes.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 confusion matrix visually details this test model’s confusion, most of which seems to be between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dogs and cats</a:t>
            </a:r>
            <a:r>
              <a:rPr lang="en" sz="1600"/>
              <a:t> (classes 3 and 5), as well as </a:t>
            </a:r>
            <a:r>
              <a:rPr b="1" lang="en" sz="1600"/>
              <a:t>birds being confused for deer/frogs</a:t>
            </a:r>
            <a:r>
              <a:rPr lang="en" sz="1600"/>
              <a:t> (classes 2 and 4/6).</a:t>
            </a:r>
            <a:endParaRPr sz="1600"/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685" y="311270"/>
            <a:ext cx="5296316" cy="45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27" name="Google Shape;327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Overall model improvement can be focused towards these categories, testing and optimization continuing until all class confusions are lowered.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